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1" r:id="rId6"/>
    <p:sldId id="262" r:id="rId7"/>
    <p:sldId id="263" r:id="rId8"/>
    <p:sldId id="264" r:id="rId9"/>
    <p:sldId id="265" r:id="rId10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>
        <p:scale>
          <a:sx n="68" d="100"/>
          <a:sy n="68" d="100"/>
        </p:scale>
        <p:origin x="1224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11/23/2025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dirty="0"/>
              <a:t>NAT Academy Admission System in Java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dirty="0"/>
              <a:t>Conceptual Explanation based on </a:t>
            </a:r>
            <a:r>
              <a:rPr lang="en-US" dirty="0"/>
              <a:t>java</a:t>
            </a:r>
            <a:r>
              <a:rPr dirty="0"/>
              <a:t> Program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dirty="0"/>
              <a:t>This Java program simulates an admission system for NAT Academy.</a:t>
            </a:r>
          </a:p>
          <a:p>
            <a:r>
              <a:rPr dirty="0"/>
              <a:t>It allows students to choose between MPC and BiPC streams, view available branches, see fee details, and register for admission.</a:t>
            </a:r>
          </a:p>
          <a:p>
            <a:r>
              <a:rPr lang="en-US" dirty="0"/>
              <a:t>After displaying the available branches and fees structures it will ask for conformation .</a:t>
            </a:r>
            <a:endParaRPr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Java Classes and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77500" lnSpcReduction="20000"/>
          </a:bodyPr>
          <a:lstStyle/>
          <a:p>
            <a:r>
              <a:rPr dirty="0"/>
              <a:t>In Java, we represent data using classes instead of structs.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class Courses {</a:t>
            </a:r>
          </a:p>
          <a:p>
            <a:r>
              <a:rPr dirty="0"/>
              <a:t>   int jee, jeeSeats;</a:t>
            </a:r>
          </a:p>
          <a:p>
            <a:r>
              <a:rPr dirty="0"/>
              <a:t>   int eamcet, eamcetSeats;</a:t>
            </a:r>
          </a:p>
          <a:p>
            <a:r>
              <a:rPr dirty="0"/>
              <a:t>   int ipe, ipeSeats;</a:t>
            </a:r>
          </a:p>
          <a:p>
            <a:r>
              <a:rPr dirty="0"/>
              <a:t>}</a:t>
            </a:r>
          </a:p>
          <a:p>
            <a:endParaRPr dirty="0"/>
          </a:p>
          <a:p>
            <a:r>
              <a:rPr dirty="0"/>
              <a:t>Similarly, we create another class for BiPC courses (e.g., 'Course').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Main Program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/>
          </a:bodyPr>
          <a:lstStyle/>
          <a:p>
            <a:r>
              <a:rPr dirty="0"/>
              <a:t>1. Display welcome message.</a:t>
            </a:r>
          </a:p>
          <a:p>
            <a:r>
              <a:rPr dirty="0"/>
              <a:t>2. Ask user to select stream  for MPC.</a:t>
            </a:r>
          </a:p>
          <a:p>
            <a:r>
              <a:rPr dirty="0"/>
              <a:t>3. Ask for student details (name, father's name).</a:t>
            </a:r>
          </a:p>
          <a:p>
            <a:r>
              <a:rPr dirty="0"/>
              <a:t>4. Display available branches.</a:t>
            </a:r>
          </a:p>
          <a:p>
            <a:r>
              <a:rPr dirty="0"/>
              <a:t>5. Show fees for selected branch and course.</a:t>
            </a:r>
          </a:p>
          <a:p>
            <a:r>
              <a:rPr dirty="0"/>
              <a:t>6. Register student and generate registration number.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Displaying Branches and Fees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dirty="0"/>
              <a:t>We can define methods to show branches and fee structures.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void displayBranche</a:t>
            </a:r>
            <a:r>
              <a:rPr lang="en-US" dirty="0"/>
              <a:t>s</a:t>
            </a:r>
            <a:r>
              <a:rPr dirty="0"/>
              <a:t>() {</a:t>
            </a:r>
          </a:p>
          <a:p>
            <a:r>
              <a:rPr dirty="0"/>
              <a:t>   System.out.println("NARSINGI, MEHDIPATNAM, LB NAGAR");</a:t>
            </a:r>
          </a:p>
          <a:p>
            <a:r>
              <a:rPr lang="en-US" dirty="0"/>
              <a:t>Each branch has methods to show fees and available seats.</a:t>
            </a:r>
          </a:p>
          <a:p>
            <a:r>
              <a:rPr dirty="0"/>
              <a:t>}</a:t>
            </a:r>
          </a:p>
          <a:p>
            <a:endParaRPr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Admission and Registration Logic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85000" lnSpcReduction="10000"/>
          </a:bodyPr>
          <a:lstStyle/>
          <a:p>
            <a:r>
              <a:rPr dirty="0"/>
              <a:t>After selecting branch and course:</a:t>
            </a:r>
          </a:p>
          <a:p>
            <a:r>
              <a:rPr dirty="0"/>
              <a:t>- Display fees.</a:t>
            </a:r>
          </a:p>
          <a:p>
            <a:r>
              <a:rPr dirty="0"/>
              <a:t>- Reduce seat count.</a:t>
            </a:r>
          </a:p>
          <a:p>
            <a:r>
              <a:rPr dirty="0"/>
              <a:t>- Generate registration number using Random class.</a:t>
            </a:r>
          </a:p>
          <a:p>
            <a:endParaRPr dirty="0"/>
          </a:p>
          <a:p>
            <a:r>
              <a:rPr dirty="0"/>
              <a:t>Example:</a:t>
            </a:r>
          </a:p>
          <a:p>
            <a:r>
              <a:rPr dirty="0"/>
              <a:t>Random rand = new Random();</a:t>
            </a:r>
          </a:p>
          <a:p>
            <a:r>
              <a:rPr dirty="0"/>
              <a:t>int regNo = 6234 + rand.nextInt(100);</a:t>
            </a:r>
          </a:p>
          <a:p>
            <a:r>
              <a:rPr dirty="0"/>
              <a:t>System.out.println("Your Registration No: " + regNo);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dirty="0"/>
              <a:t>File Handling in Java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>
            <a:normAutofit fontScale="92500" lnSpcReduction="10000"/>
          </a:bodyPr>
          <a:lstStyle/>
          <a:p>
            <a:r>
              <a:rPr dirty="0"/>
              <a:t>For feedback messages, file handling can be done using FileWriter and FileReader:</a:t>
            </a:r>
          </a:p>
          <a:p>
            <a:endParaRPr dirty="0"/>
          </a:p>
          <a:p>
            <a:r>
              <a:rPr dirty="0"/>
              <a:t>FileWriter fw = new FileWriter("message.txt");</a:t>
            </a:r>
          </a:p>
          <a:p>
            <a:r>
              <a:rPr dirty="0"/>
              <a:t>fw.write(userMessage);</a:t>
            </a:r>
          </a:p>
          <a:p>
            <a:r>
              <a:rPr dirty="0"/>
              <a:t>f</a:t>
            </a:r>
            <a:r>
              <a:rPr lang="en-US" dirty="0"/>
              <a:t>w</a:t>
            </a:r>
            <a:r>
              <a:rPr dirty="0"/>
              <a:t>.clos</a:t>
            </a:r>
            <a:r>
              <a:rPr lang="en-US" dirty="0"/>
              <a:t>e</a:t>
            </a:r>
            <a:r>
              <a:rPr dirty="0"/>
              <a:t>();</a:t>
            </a:r>
          </a:p>
          <a:p>
            <a:r>
              <a:rPr dirty="0"/>
              <a:t>BufferedReader br = new BufferedReader(new FileReader("message.txt"));</a:t>
            </a:r>
          </a:p>
          <a:p>
            <a:r>
              <a:rPr dirty="0"/>
              <a:t>System.out.println(br.readLine());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181D5C8-1A7F-F360-CABB-131A1FE0B3E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78822" y="-31532"/>
            <a:ext cx="3862552" cy="1143000"/>
          </a:xfrm>
        </p:spPr>
        <p:txBody>
          <a:bodyPr/>
          <a:lstStyle/>
          <a:p>
            <a:r>
              <a:rPr lang="en-US" dirty="0"/>
              <a:t>HIERARCHY: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C2BC18C-7B1F-156A-27CD-4C92464E382A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57200" y="1442540"/>
            <a:ext cx="8229600" cy="4525963"/>
          </a:xfrm>
        </p:spPr>
        <p:txBody>
          <a:bodyPr>
            <a:normAutofit/>
          </a:bodyPr>
          <a:lstStyle/>
          <a:p>
            <a:r>
              <a:rPr lang="en-IN" sz="2800" dirty="0"/>
              <a:t>NumberException</a:t>
            </a:r>
          </a:p>
          <a:p>
            <a:r>
              <a:rPr lang="en-IN" sz="2800" dirty="0"/>
              <a:t>NameException</a:t>
            </a:r>
          </a:p>
          <a:p>
            <a:r>
              <a:rPr lang="en-IN" sz="2800" dirty="0"/>
              <a:t>LbnagarData</a:t>
            </a:r>
          </a:p>
          <a:p>
            <a:r>
              <a:rPr lang="en-IN" sz="2800" dirty="0"/>
              <a:t>NarsingiData</a:t>
            </a:r>
          </a:p>
          <a:p>
            <a:r>
              <a:rPr lang="en-IN" sz="2800" dirty="0"/>
              <a:t>DisplayBranches</a:t>
            </a:r>
          </a:p>
          <a:p>
            <a:r>
              <a:rPr lang="en-IN" sz="2800" dirty="0"/>
              <a:t>Admission</a:t>
            </a:r>
          </a:p>
          <a:p>
            <a:r>
              <a:rPr lang="en-IN" sz="2800" dirty="0"/>
              <a:t>Feedback</a:t>
            </a:r>
          </a:p>
          <a:p>
            <a:r>
              <a:rPr lang="en-IN" sz="2800" dirty="0"/>
              <a:t>NAT</a:t>
            </a:r>
          </a:p>
        </p:txBody>
      </p:sp>
    </p:spTree>
    <p:extLst>
      <p:ext uri="{BB962C8B-B14F-4D97-AF65-F5344CB8AC3E}">
        <p14:creationId xmlns:p14="http://schemas.microsoft.com/office/powerpoint/2010/main" val="2833209890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CA1F138-4256-C9A3-C67E-8DF3096510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-443131" y="204298"/>
            <a:ext cx="4888523" cy="1143000"/>
          </a:xfrm>
        </p:spPr>
        <p:txBody>
          <a:bodyPr/>
          <a:lstStyle/>
          <a:p>
            <a:r>
              <a:rPr lang="en-US" dirty="0"/>
              <a:t>Concepts Used:</a:t>
            </a:r>
            <a:endParaRPr lang="en-IN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ACDA303-D8FE-06B2-D458-2E7613727AA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Encapsulation</a:t>
            </a:r>
          </a:p>
          <a:p>
            <a:r>
              <a:rPr lang="en-US" dirty="0"/>
              <a:t>Interfaces</a:t>
            </a:r>
          </a:p>
          <a:p>
            <a:r>
              <a:rPr lang="en-US" dirty="0"/>
              <a:t>User defines Exceptions</a:t>
            </a:r>
          </a:p>
          <a:p>
            <a:r>
              <a:rPr lang="en-US" dirty="0"/>
              <a:t>Polymorphism</a:t>
            </a:r>
          </a:p>
          <a:p>
            <a:r>
              <a:rPr lang="en-US" dirty="0"/>
              <a:t>Inheritances</a:t>
            </a:r>
          </a:p>
          <a:p>
            <a:r>
              <a:rPr lang="en-US" dirty="0"/>
              <a:t>Files</a:t>
            </a:r>
            <a:endParaRPr lang="en-IN" dirty="0"/>
          </a:p>
        </p:txBody>
      </p:sp>
    </p:spTree>
    <p:extLst>
      <p:ext uri="{BB962C8B-B14F-4D97-AF65-F5344CB8AC3E}">
        <p14:creationId xmlns:p14="http://schemas.microsoft.com/office/powerpoint/2010/main" val="161647743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44</TotalTime>
  <Words>366</Words>
  <Application>Microsoft Office PowerPoint</Application>
  <PresentationFormat>On-screen Show (4:3)</PresentationFormat>
  <Paragraphs>66</Paragraphs>
  <Slides>9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NAT Academy Admission System in Java</vt:lpstr>
      <vt:lpstr>Introduction</vt:lpstr>
      <vt:lpstr>Java Classes and Structure</vt:lpstr>
      <vt:lpstr>Main Program Flow</vt:lpstr>
      <vt:lpstr>Displaying Branches and Fees</vt:lpstr>
      <vt:lpstr>Admission and Registration Logic</vt:lpstr>
      <vt:lpstr>File Handling in Java</vt:lpstr>
      <vt:lpstr>HIERARCHY:</vt:lpstr>
      <vt:lpstr>Concepts Used: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sirikonda sriram</cp:lastModifiedBy>
  <cp:revision>4</cp:revision>
  <dcterms:created xsi:type="dcterms:W3CDTF">2013-01-27T09:14:16Z</dcterms:created>
  <dcterms:modified xsi:type="dcterms:W3CDTF">2025-11-23T06:16:35Z</dcterms:modified>
  <cp:category/>
</cp:coreProperties>
</file>